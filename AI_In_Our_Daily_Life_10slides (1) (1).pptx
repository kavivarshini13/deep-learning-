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2240280"/>
            <a:ext cx="2377440" cy="237744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3" name="Image 0" descr="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9954" y="2573122"/>
            <a:ext cx="1711757" cy="17117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1031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OUR DAILY LIFE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31520" y="306324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quietly powers routine moments of everyday life.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phone in your pocket to the map on your dashboard, AI shapes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communicate, shop, travel, and get things done.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77240" y="4434840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4617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 •  Social Media  •  Shopping  •  Maps  •  Voice Assistants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85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10085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Artificial Intelligence?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78308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refers to systems that perform tasks normally requiring human intelligence,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reasoning and perception. Most AI in use today is Narrow AI — expert at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specific job rather than possessing general, human-like intelligence.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3246120"/>
            <a:ext cx="10543032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356616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51560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4297680"/>
            <a:ext cx="2874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statistical patterns from data instead of fixed rules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28744" y="356616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57344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1"/>
          <p:cNvSpPr/>
          <p:nvPr/>
        </p:nvSpPr>
        <p:spPr>
          <a:xfrm>
            <a:off x="4657344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57344" y="4297680"/>
            <a:ext cx="2874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ML, deep learning, NLP &amp; computer vision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34528" y="356616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63128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5"/>
          <p:cNvSpPr/>
          <p:nvPr/>
        </p:nvSpPr>
        <p:spPr>
          <a:xfrm>
            <a:off x="8263128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63128" y="4297680"/>
            <a:ext cx="2874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awareness, intent, or common sense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85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10085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Morning Pulse: Smartphones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78308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lean on AI for nearly every routine interaction, from unlocking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to editing a photo. These features quietly combine on-device and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models to keep things fast, personal, and responsive.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3246120"/>
            <a:ext cx="10543032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356616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51560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4297680"/>
            <a:ext cx="2874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unlock via computer vision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28744" y="356616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57344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1"/>
          <p:cNvSpPr/>
          <p:nvPr/>
        </p:nvSpPr>
        <p:spPr>
          <a:xfrm>
            <a:off x="4657344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57344" y="4297680"/>
            <a:ext cx="2874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typing &amp; autocorrect via NLP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34528" y="356616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63128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5"/>
          <p:cNvSpPr/>
          <p:nvPr/>
        </p:nvSpPr>
        <p:spPr>
          <a:xfrm>
            <a:off x="8263128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63128" y="4297680"/>
            <a:ext cx="2874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photography (HDR, scene detection)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sh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85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10085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Social Fabric: Social Media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78308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platforms use AI to decide what you see, how you look in a filter, and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removed. Recommendation engines and moderation classifiers work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to shape a feed that is both personalized and (mostly) safe.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3246120"/>
            <a:ext cx="10543032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356616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51560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4297680"/>
            <a:ext cx="2874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ranked by clicks, likes &amp; watch time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28744" y="356616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57344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1"/>
          <p:cNvSpPr/>
          <p:nvPr/>
        </p:nvSpPr>
        <p:spPr>
          <a:xfrm>
            <a:off x="4657344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57344" y="4297680"/>
            <a:ext cx="2874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filters use real-time facial-landmark detection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34528" y="356616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63128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5"/>
          <p:cNvSpPr/>
          <p:nvPr/>
        </p:nvSpPr>
        <p:spPr>
          <a:xfrm>
            <a:off x="8263128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63128" y="4297680"/>
            <a:ext cx="2874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moderation flags spam &amp; violations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85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10085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Modern Bazaar: Online Shopping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78308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platforms use AI to personalize what you're shown, catch fraud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it happens, and let you search with a photo instead of a keyword.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 faster, more relevant — if less transparent — shopping trip.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3246120"/>
            <a:ext cx="10543032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356616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51560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4297680"/>
            <a:ext cx="2874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from browsing &amp; purchase history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28744" y="356616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57344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1"/>
          <p:cNvSpPr/>
          <p:nvPr/>
        </p:nvSpPr>
        <p:spPr>
          <a:xfrm>
            <a:off x="4657344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57344" y="4297680"/>
            <a:ext cx="2874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&amp; anomaly detection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34528" y="356616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63128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5"/>
          <p:cNvSpPr/>
          <p:nvPr/>
        </p:nvSpPr>
        <p:spPr>
          <a:xfrm>
            <a:off x="8263128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63128" y="4297680"/>
            <a:ext cx="2874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&amp; natural-language product search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85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10085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Navigating the World: Maps &amp; Mobility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78308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and ride-share apps ingest huge streams of GPS, sensor, and traffic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 AI models turn that data into live rerouting, accurate ETAs, and — on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horizon — self-driving vehicles that perceive and plan in real time.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3246120"/>
            <a:ext cx="10543032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356616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51560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4297680"/>
            <a:ext cx="2874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traffic prediction &amp; rerouting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28744" y="356616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57344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1"/>
          <p:cNvSpPr/>
          <p:nvPr/>
        </p:nvSpPr>
        <p:spPr>
          <a:xfrm>
            <a:off x="4657344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57344" y="4297680"/>
            <a:ext cx="2874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Crowdsourced incident reports (e.g., Waze)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34528" y="356616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63128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5"/>
          <p:cNvSpPr/>
          <p:nvPr/>
        </p:nvSpPr>
        <p:spPr>
          <a:xfrm>
            <a:off x="8263128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63128" y="4297680"/>
            <a:ext cx="2874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Driver-rider matching &amp; ETA estimation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85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10085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Digital Concierge: Voice Assistants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78308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assistants transcribe speech, infer what you meant, and carry out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tasks — from setting reminders to controlling smart-home devices.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they get more capable, so do the privacy questions around what they hear.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3246120"/>
            <a:ext cx="10543032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356616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51560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4297680"/>
            <a:ext cx="2874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 (ASR) transcribes audio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28744" y="356616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57344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1"/>
          <p:cNvSpPr/>
          <p:nvPr/>
        </p:nvSpPr>
        <p:spPr>
          <a:xfrm>
            <a:off x="4657344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57344" y="4297680"/>
            <a:ext cx="2874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infers intent &amp; manages dialogue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34528" y="356616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63128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5"/>
          <p:cNvSpPr/>
          <p:nvPr/>
        </p:nvSpPr>
        <p:spPr>
          <a:xfrm>
            <a:off x="8263128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63128" y="4297680"/>
            <a:ext cx="2874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Wake-word listening raises privacy concerns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thumbs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85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10085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Upside: Key Benefits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78308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well, AI removes friction from daily tasks and extends what people can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on their own. It automates the repetitive, supports better decisions, and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up access for people who'd otherwise be left out.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3246120"/>
            <a:ext cx="10543032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356616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51560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4297680"/>
            <a:ext cx="2874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repetitive, time-consuming tasks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28744" y="356616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57344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1"/>
          <p:cNvSpPr/>
          <p:nvPr/>
        </p:nvSpPr>
        <p:spPr>
          <a:xfrm>
            <a:off x="4657344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57344" y="4297680"/>
            <a:ext cx="2874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accessibility (translation, speech-to-text)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34528" y="356616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63128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5"/>
          <p:cNvSpPr/>
          <p:nvPr/>
        </p:nvSpPr>
        <p:spPr>
          <a:xfrm>
            <a:off x="8263128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63128" y="4297680"/>
            <a:ext cx="2874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Personalizes experiences &amp; saves users time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85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10085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8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Downside: Key Challenges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78308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systems that make life easier also raise real concerns. Data is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at massive scale, models can encode bias, and decisions are often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in ways that are hard for users — or even developers — to explain.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3246120"/>
            <a:ext cx="10543032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356616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51560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4297680"/>
            <a:ext cx="2874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risks from pervasive data collection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28744" y="356616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57344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1"/>
          <p:cNvSpPr/>
          <p:nvPr/>
        </p:nvSpPr>
        <p:spPr>
          <a:xfrm>
            <a:off x="4657344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57344" y="4297680"/>
            <a:ext cx="2874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bias creating unfair outcomes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34528" y="356616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63128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5"/>
          <p:cNvSpPr/>
          <p:nvPr/>
        </p:nvSpPr>
        <p:spPr>
          <a:xfrm>
            <a:off x="8263128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63128" y="4297680"/>
            <a:ext cx="2874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Opacity &amp; lack of explainability in models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3" name="Image 0" descr="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854" y="618134"/>
            <a:ext cx="592531" cy="592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10085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11091672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78308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woven into daily life across phones, social apps, shopping, maps, and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assistants — delivering convenience and personalization while raising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fairness, and transparency questions that deserve real attention.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3246120"/>
            <a:ext cx="10543032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356616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2A3577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51560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4297680"/>
            <a:ext cx="2874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 = oversight + transparency + literacy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428744" y="356616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2A3577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57344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1"/>
          <p:cNvSpPr/>
          <p:nvPr/>
        </p:nvSpPr>
        <p:spPr>
          <a:xfrm>
            <a:off x="4657344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57344" y="4297680"/>
            <a:ext cx="2874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clarity on how your data is used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34528" y="3566160"/>
            <a:ext cx="3331464" cy="2286000"/>
          </a:xfrm>
          <a:prstGeom prst="roundRect">
            <a:avLst>
              <a:gd name="adj" fmla="val 3200"/>
            </a:avLst>
          </a:prstGeom>
          <a:solidFill>
            <a:srgbClr val="2A3577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63128" y="379476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5"/>
          <p:cNvSpPr/>
          <p:nvPr/>
        </p:nvSpPr>
        <p:spPr>
          <a:xfrm>
            <a:off x="8263128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63128" y="4297680"/>
            <a:ext cx="2874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curious, ask questions, use AI thoughtfully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OUR DAILY LIFE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2026-08-07T08:37:47Z</dcterms:created>
  <dcterms:modified xsi:type="dcterms:W3CDTF">2026-08-07T08:37:47Z</dcterms:modified>
</cp:coreProperties>
</file>